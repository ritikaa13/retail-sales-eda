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  <p:sldId id="260" r:id="rId10"/>
    <p:sldId id="261" r:id="rId11"/>
    <p:sldId id="262" r:id="rId12"/>
    <p:sldId id="264" r:id="rId13"/>
    <p:sldId id="273" r:id="rId14"/>
    <p:sldId id="275" r:id="rId15"/>
    <p:sldId id="270" r:id="rId16"/>
    <p:sldId id="281" r:id="rId17"/>
    <p:sldId id="280" r:id="rId18"/>
    <p:sldId id="282" r:id="rId19"/>
    <p:sldId id="28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6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6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7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9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0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3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26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2001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5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7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15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3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18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4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536793"/>
            <a:ext cx="7773338" cy="95186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 Sales Exploratory Data Analysis</a:t>
            </a:r>
            <a:br>
              <a:rPr lang="en-US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7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Data Analysis Project</a:t>
            </a:r>
            <a:br>
              <a:rPr lang="en-IN" sz="27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7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3001" y="3799785"/>
            <a:ext cx="5637997" cy="11391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</a:t>
            </a:r>
            <a:r>
              <a:rPr lang="en-IN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Ritikaa Rajesh Mishra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</a:t>
            </a:r>
            <a:r>
              <a:rPr lang="en-US" alt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 (Pandas, Seaborn, Matplotlib)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0" y="479371"/>
            <a:ext cx="7773338" cy="802778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/ Objective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12A8F77-A835-ADEB-A488-C6C90A690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673" y="1560027"/>
            <a:ext cx="7848651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Problem: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customer behavior and sales trends to improve decision-making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endParaRPr lang="en-US" alt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retail sales data to understand business performance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trends and patterns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customer behavior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703385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E8A6533-8DD3-5023-2020-B63363E0D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151727"/>
            <a:ext cx="777333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contains retail transaction data used for sales analysis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includes the following information: 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details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Age, Gender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details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Date, Quantity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details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Product Category, Price per Unit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information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Total Amount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11EE437-F8BA-0114-73E3-21F512788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043802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(Data Analysis)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(Data manipulation)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(Numerical operations)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 &amp; Seaborn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(Data visualization)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(Development environment)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B243-4CBE-21F4-88FB-FCFEAF16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75B4-25A1-3A30-AFBB-21BB8177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Preprocessing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CFC2816-C77A-7362-558D-37FAD7939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021691"/>
            <a:ext cx="7773338" cy="281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for missing values and found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missing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duplicate records were found,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ensuring data consistency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column into datetime format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new features: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Year, Month, Day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Group</a:t>
            </a:r>
          </a:p>
        </p:txBody>
      </p:sp>
    </p:spTree>
    <p:extLst>
      <p:ext uri="{BB962C8B-B14F-4D97-AF65-F5344CB8AC3E}">
        <p14:creationId xmlns:p14="http://schemas.microsoft.com/office/powerpoint/2010/main" val="261243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6742-51F2-79BE-413B-1BB3598C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C0B5-5573-0F0D-826F-3509769B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40EDA4B-CE7F-A3D7-4977-DD8A65BE5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043802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customer demographics (age, gender)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Studied monthly and seasonal sales trends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product categories based on revenue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Examined customer spending patterns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relationships between variables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743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49608-BC57-82E1-334C-09584FCE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5D23-2D0A-762E-E143-322DB602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/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2448EB-FCF0-F8EB-6FA5-7550443D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043802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data aggregation techniques (sum, average) for analysis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grouping using Month and Product Category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categories using bar plots and count plots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relationships using scatter plots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patterns using visualizations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5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2CDB-6DAD-230D-F13B-C6DEEEEF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ADDC-A132-3905-0EDC-388712E0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B05CF6-6E8F-FD91-F310-4586D71DF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043802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 is similar across age and gender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seasonal variation across months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category performs slightly better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customers are low spenders 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customers contribute significantly to revenue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33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191044"/>
            <a:ext cx="7773338" cy="971743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Demographics: Gender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2" y="5416825"/>
            <a:ext cx="7773338" cy="12501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endParaRPr lang="en-IN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92078-9A22-1645-0B15-C705B06EDF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0"/>
          <a:stretch>
            <a:fillRect/>
          </a:stretch>
        </p:blipFill>
        <p:spPr>
          <a:xfrm>
            <a:off x="1862018" y="1421249"/>
            <a:ext cx="5124214" cy="3737113"/>
          </a:xfrm>
          <a:prstGeom prst="rect">
            <a:avLst/>
          </a:prstGeom>
        </p:spPr>
      </p:pic>
      <p:sp>
        <p:nvSpPr>
          <p:cNvPr id="17" name="Rectangle 8">
            <a:extLst>
              <a:ext uri="{FF2B5EF4-FFF2-40B4-BE49-F238E27FC236}">
                <a16:creationId xmlns:a16="http://schemas.microsoft.com/office/drawing/2014/main" id="{56199D44-B92C-9348-563C-3AE1F2A00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422" y="5459944"/>
            <a:ext cx="58534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Spending patterns are similar for both males and females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 does not significantly influence total spending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29" y="324166"/>
            <a:ext cx="7773338" cy="802778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42665-131D-9F0E-DB45-BE5A338FA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5" t="1735" r="8369"/>
          <a:stretch>
            <a:fillRect/>
          </a:stretch>
        </p:blipFill>
        <p:spPr>
          <a:xfrm>
            <a:off x="2067337" y="1368956"/>
            <a:ext cx="5009322" cy="3722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C75AF4-5A43-0C1A-9D6C-33201E02059C}"/>
              </a:ext>
            </a:extLst>
          </p:cNvPr>
          <p:cNvSpPr txBox="1"/>
          <p:nvPr/>
        </p:nvSpPr>
        <p:spPr>
          <a:xfrm>
            <a:off x="685329" y="5333505"/>
            <a:ext cx="7773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vary across different months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sales occur in May around (53,150), while lowest in September around (23,620)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0" y="389920"/>
            <a:ext cx="7773338" cy="683508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Category Analysis:</a:t>
            </a:r>
            <a:r>
              <a:rPr lang="en-US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CF3A9-EE4A-A12D-1D99-10771FC1D8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1" t="1773" r="9131"/>
          <a:stretch>
            <a:fillRect/>
          </a:stretch>
        </p:blipFill>
        <p:spPr>
          <a:xfrm>
            <a:off x="2035963" y="1362959"/>
            <a:ext cx="5072071" cy="3806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D94F68-DA39-ED23-91A8-7E2B56B5C133}"/>
              </a:ext>
            </a:extLst>
          </p:cNvPr>
          <p:cNvSpPr txBox="1"/>
          <p:nvPr/>
        </p:nvSpPr>
        <p:spPr>
          <a:xfrm>
            <a:off x="944216" y="5459176"/>
            <a:ext cx="72555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generates slightly higher sales compared to other categories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product categories perform similarly with no major difference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479371"/>
            <a:ext cx="7773338" cy="63381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Behavior: </a:t>
            </a:r>
            <a:r>
              <a:rPr lang="en-US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 vs Spending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C7DCE-5AFA-08B4-FCEA-E8252F09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09" y="1525016"/>
            <a:ext cx="4858382" cy="36874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DC50A9-1888-7540-CB37-6C9C56A92788}"/>
              </a:ext>
            </a:extLst>
          </p:cNvPr>
          <p:cNvSpPr txBox="1"/>
          <p:nvPr/>
        </p:nvSpPr>
        <p:spPr>
          <a:xfrm>
            <a:off x="1828566" y="5455299"/>
            <a:ext cx="5486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quantity increases, total spending also increases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who buy more items tend to spend more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67A8-6846-A791-8791-E57E4FCF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C0F9-B56F-9921-D049-A093DA30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479371"/>
            <a:ext cx="7773338" cy="802778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Behavior:</a:t>
            </a:r>
            <a:r>
              <a:rPr lang="en-US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Purchase Type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523C3-B4B7-28AB-9B12-5992B7EBC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8" t="1279" r="2613"/>
          <a:stretch>
            <a:fillRect/>
          </a:stretch>
        </p:blipFill>
        <p:spPr>
          <a:xfrm>
            <a:off x="2072701" y="1505552"/>
            <a:ext cx="4998596" cy="3887446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A743FA9-A627-951E-2964-16DB5D44C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151" y="5616401"/>
            <a:ext cx="462169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customers make small purchases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Bulk purchases are less common</a:t>
            </a:r>
          </a:p>
        </p:txBody>
      </p:sp>
    </p:spTree>
    <p:extLst>
      <p:ext uri="{BB962C8B-B14F-4D97-AF65-F5344CB8AC3E}">
        <p14:creationId xmlns:p14="http://schemas.microsoft.com/office/powerpoint/2010/main" val="2544974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DB92-7BC9-D2E1-B54F-F744E15E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4319-A5F8-2D38-55DE-14E9E7CC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479371"/>
            <a:ext cx="7773338" cy="802778"/>
          </a:xfrm>
        </p:spPr>
        <p:txBody>
          <a:bodyPr>
            <a:noAutofit/>
          </a:bodyPr>
          <a:lstStyle/>
          <a:p>
            <a:r>
              <a:rPr lang="en-IN" sz="24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en-US" sz="24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Spending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5CBD2-280F-6D76-1D78-0FB2B3A85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128" y="1424175"/>
            <a:ext cx="4815744" cy="37759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9343D8-3752-C39E-046D-36258C5B7EE3}"/>
              </a:ext>
            </a:extLst>
          </p:cNvPr>
          <p:cNvSpPr txBox="1"/>
          <p:nvPr/>
        </p:nvSpPr>
        <p:spPr>
          <a:xfrm>
            <a:off x="1272209" y="5563034"/>
            <a:ext cx="6599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customers spend a low amount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a few customers have high spending (high-value customers)</a:t>
            </a:r>
          </a:p>
        </p:txBody>
      </p:sp>
    </p:spTree>
    <p:extLst>
      <p:ext uri="{BB962C8B-B14F-4D97-AF65-F5344CB8AC3E}">
        <p14:creationId xmlns:p14="http://schemas.microsoft.com/office/powerpoint/2010/main" val="3881048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E0CD740-7C1C-DE9C-C0C5-B013E2A18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0" y="1964373"/>
            <a:ext cx="777333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Focus marketing on high-value customers to increase revenue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 sales during low-performing months using promotions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Target customers based on purchasing behavior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Encourage bulk purchases through discounts and offers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E31B4-1181-0C8C-5B2D-B3EFF72A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7518-FE00-C722-C3EF-768B44BE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F571CC-EC68-F5E0-99AA-1379C43E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0" y="2054333"/>
            <a:ext cx="7773339" cy="1711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Understanding the dataset structure initially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Creating meaningful features like Age Group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Interpreting patterns from visualizations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Selecting the most relevant insights for presentation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653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C4C5-65B7-B370-FF6E-1D07A659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85EC-37B3-4470-6E81-8DFFF59B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F6EFE4-AE2D-53E2-0FA2-8EA7A4182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1" y="1534571"/>
            <a:ext cx="6917728" cy="378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 is consistent across age and gender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seasonal variation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performs slightly better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Majority of customers are low spenders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customers contribute significantly to revenue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These insights can help businesses improve marketing strategies and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targeting</a:t>
            </a:r>
          </a:p>
        </p:txBody>
      </p:sp>
    </p:spTree>
    <p:extLst>
      <p:ext uri="{BB962C8B-B14F-4D97-AF65-F5344CB8AC3E}">
        <p14:creationId xmlns:p14="http://schemas.microsoft.com/office/powerpoint/2010/main" val="532417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CB4E2-5683-3D71-83EC-909721F4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9073-E3FC-BAFD-297F-6F2BDBFC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AA290FB-0305-9281-9458-BB1310F2B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0" y="1964373"/>
            <a:ext cx="777333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Apply machine learning techniques for sales prediction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Build an interactive dashboard using Power BI or Tableau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Perform detailed customer segmentation analysis 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 real-time data for advanced insights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86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2CF5-BBE1-6CFC-060B-F4590B51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B45A-87C3-0F2A-0E8E-6FE2623D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3037550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IN" sz="2800" b="1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314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268</TotalTime>
  <Words>560</Words>
  <Application>Microsoft Office PowerPoint</Application>
  <PresentationFormat>On-screen Show (4:3)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Tw Cen MT</vt:lpstr>
      <vt:lpstr>Wingdings</vt:lpstr>
      <vt:lpstr>Droplet</vt:lpstr>
      <vt:lpstr>Retail Sales Exploratory Data Analysis A Data Analysis Project </vt:lpstr>
      <vt:lpstr>Business Problem / Objective</vt:lpstr>
      <vt:lpstr>Dataset Overview</vt:lpstr>
      <vt:lpstr>Tools &amp; Technologies</vt:lpstr>
      <vt:lpstr>Data Cleaning &amp; Preprocessing</vt:lpstr>
      <vt:lpstr>Exploratory Data Analysis</vt:lpstr>
      <vt:lpstr>Methodology / Analysis</vt:lpstr>
      <vt:lpstr>Key Insights</vt:lpstr>
      <vt:lpstr>Customer Demographics: Gender Analysis</vt:lpstr>
      <vt:lpstr>Monthly Sales Trends</vt:lpstr>
      <vt:lpstr>Product Category Analysis: Sales Performance</vt:lpstr>
      <vt:lpstr>Customer Behavior: Quantity vs Spending</vt:lpstr>
      <vt:lpstr>Customer Behavior: Purchase Type Analysis</vt:lpstr>
      <vt:lpstr>Customer Spending Distribution</vt:lpstr>
      <vt:lpstr>Recommendations</vt:lpstr>
      <vt:lpstr>Challenges Faced</vt:lpstr>
      <vt:lpstr>Conclusion</vt:lpstr>
      <vt:lpstr>Future Scope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Ritikaa Mishra</cp:lastModifiedBy>
  <cp:revision>43</cp:revision>
  <dcterms:created xsi:type="dcterms:W3CDTF">2013-01-27T09:14:16Z</dcterms:created>
  <dcterms:modified xsi:type="dcterms:W3CDTF">2026-04-14T17:35:44Z</dcterms:modified>
  <cp:category/>
</cp:coreProperties>
</file>